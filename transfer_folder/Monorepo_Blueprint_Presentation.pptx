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41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800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Monorepo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for Post Holdings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Multi-Project Architecture with Terraform &amp; CI/CD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Isolated Projects • Separate Terraform State • CODEOWNERS Isolation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monorepo blueprint for 3 isolated projects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has its own Terraform infrastructure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applications with independent CI/CD pipelines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 isolation enforces developer boundaries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Terraform state files prevent cross-project impact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structure used in enterprise teams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Monorepo Structure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common-repo/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project1/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infra/ (Terraform)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app/ (Flask)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project2/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infra/ (Terraform)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app/ (Flask)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project3/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infra/ (Terraform)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app/ (Flask)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.github/workflows/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project1-deploy.yml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project2-deploy.yml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project3-deploy.yml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Isolation Strategy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Separate Folder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Own Terraform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Own Pipeline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Isolated State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2560320" cy="201168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560320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Separate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Own Terraform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Own Pipeline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Isolated 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1097280"/>
            <a:ext cx="2560320" cy="201168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1097280"/>
            <a:ext cx="2560320" cy="4572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Separate Folder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194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Own Terraform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Own Pipeline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Isolated State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097280"/>
            <a:ext cx="2560320" cy="201168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No cross-project impact • Developers isolated • Safe deployment • No state lock conflicts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CODEOWNERS &amp; Access Control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CODEOWNERS File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 1 isolation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project1/* @dev @lead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 2 isolation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project2/* @dev @lead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 3 isolation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project3/* @dev @lead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Benefits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444752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cannot modify other projects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901952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must approve all changes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359152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stays project-isolated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16352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stays protected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273552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responsibility boundaries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730752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 of accidental changes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Terraform State Files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Storage Backend Configuration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Group: tfstate-rg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Account: tfstateprod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1 → Container: project1 → Key: project1.tfstate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2 → Container: project2 → Key: project2.tfstate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3 → Container: project3 → Key: project3.tfstate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Advantages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73152" cy="2743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Isolation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30175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manages its own infrastructure independently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73152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Cross-Impact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3383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one project don't affect others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73152" cy="2743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Accidental Destroy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7490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is isolated and protected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73152" cy="2743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 Lock Conflicts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41148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has its own lock mechanism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73152" cy="27432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CI/CD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448056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pipeline operates on its own state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 Isolation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Path-Based Pipeline Triggers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73152" cy="4572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project1-deploy.yml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paths: ["project1/app/**"]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73152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project2-deploy.yml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2199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paths: ["project2/app/**"]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73152" cy="4572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project3-deploy.yml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0779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paths: ["project3/app/**"]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Only project1 changes trigger project1 pipeline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 can break another project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Application &amp; Azure Deployment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29184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startup.sh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runtime.txt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 Command: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gunicorn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--bind=0.0.0.0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--timeout 600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app.main:app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3291840"/>
          </a:xfrm>
          <a:prstGeom prst="rect">
            <a:avLst/>
          </a:prstGeom>
          <a:solidFill>
            <a:srgbClr val="ECF0F1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051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Web App Deployment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Publish Profiles: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AZURE_WEBAPP_PUBLISH_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PROFILE_PROJECT1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AZURE_WEBAPP_PUBLISH_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PROFILE_PROJECT2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AZURE_WEBAPP_PUBLISH_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PROFILE_PROJECT3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deploys to its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Azure Web App instance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Isolation Guaranteed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Architecture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201168" cy="201168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monorepo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" cy="201168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isolated projects with separate folders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201168" cy="201168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865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Terraform state per project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22576"/>
            <a:ext cx="201168" cy="201168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2494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CI/CD pipelines with path-based triggers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06624"/>
            <a:ext cx="201168" cy="201168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6334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Azure Web App publish profiles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201168" cy="201168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CODEOWNERS-enforced access control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201168" cy="201168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4015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cannot disturb each other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58768"/>
            <a:ext cx="201168" cy="201168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7856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approve all changes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42816"/>
            <a:ext cx="201168" cy="201168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1696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enterprise structure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Build?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2359152"/>
            <a:ext cx="182880" cy="18288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0" y="2286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Terraform module templates for each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2816352"/>
            <a:ext cx="182880" cy="18288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2743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Flask starter applications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3273552"/>
            <a:ext cx="182880" cy="18288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 CI/CD (DEV → UAT → PROD)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3730752"/>
            <a:ext cx="182880" cy="18288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branching strategy for teams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Shams | Enterprise DevOps Architecture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616</Words>
  <Application>Microsoft Office PowerPoint</Application>
  <PresentationFormat>On-screen Show (16:9)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Shams FourthSquare</cp:lastModifiedBy>
  <cp:revision>3</cp:revision>
  <dcterms:created xsi:type="dcterms:W3CDTF">2026-10-02T15:33:51Z</dcterms:created>
  <dcterms:modified xsi:type="dcterms:W3CDTF">2026-10-02T17:12:43Z</dcterms:modified>
</cp:coreProperties>
</file>